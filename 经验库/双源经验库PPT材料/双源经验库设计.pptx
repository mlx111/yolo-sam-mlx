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双源经验库设计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面向机器人异常恢复的 MemoryV3+ 设计说明</a:t>
            </a:r>
            <a:br/>
            <a:br/>
            <a:r>
              <a:rPr/>
              <a:t>马兰萱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双源经验库设计</a:t>
            </a:r>
          </a:p>
        </p:txBody>
      </p:sp>
      <p:pic>
        <p:nvPicPr>
          <p:cNvPr descr="images/01_title_val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一张图理解双源经验库</a:t>
            </a:r>
          </a:p>
        </p:txBody>
      </p:sp>
      <p:pic>
        <p:nvPicPr>
          <p:cNvPr descr="images/02_overview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MemoryV3+ 经验条目结构</a:t>
            </a:r>
          </a:p>
        </p:txBody>
      </p:sp>
      <p:pic>
        <p:nvPicPr>
          <p:cNvPr descr="images/03_memory_sche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经验如何进入库</a:t>
            </a:r>
          </a:p>
        </p:txBody>
      </p:sp>
      <p:pic>
        <p:nvPicPr>
          <p:cNvPr descr="images/04_acqui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Sim-Real Gap：真实反馈校准</a:t>
            </a:r>
          </a:p>
        </p:txBody>
      </p:sp>
      <p:pic>
        <p:nvPicPr>
          <p:cNvPr descr="images/05_gap_calib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在线策略如何使用经验</a:t>
            </a:r>
          </a:p>
        </p:txBody>
      </p:sp>
      <p:pic>
        <p:nvPicPr>
          <p:cNvPr descr="images/06_online_us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当前已实现内容与边界</a:t>
            </a:r>
          </a:p>
        </p:txBody>
      </p:sp>
      <p:pic>
        <p:nvPicPr>
          <p:cNvPr descr="images/07_implemented_bounda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双源经验库设计</dc:title>
  <dc:creator>马兰萱</dc:creator>
  <cp:keywords/>
  <dcterms:created xsi:type="dcterms:W3CDTF">2026-06-10T06:57:13Z</dcterms:created>
  <dcterms:modified xsi:type="dcterms:W3CDTF">2026-06-10T06:57:13Z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面向机器人异常恢复的 MemoryV3+ 设计说明</vt:lpwstr>
  </property>
</Properties>
</file>